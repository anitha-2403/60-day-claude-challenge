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F6F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F6FE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E8"/>
                </a:solidFill>
              </a:rPr>
              <a:t>Your AI-powered career companion for learning, interview preparation, and professional growth.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7"/>
                </a:solidFill>
              </a:rPr>
              <a:t>Product Pitch Deck  |  AB Talks 60-Day Claude AI Challenge — Capstone Project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2F6F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Job seekers are overwhelmed, unfocused, and unsure if they're actually improving.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5" name="Image 0" descr="/home/claude/work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</a:rPr>
              <a:t>No Clear Direction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Students don't know which skills matter most for a specific target role, and waste time guessing.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9" name="Image 1" descr="/home/claude/work/icon_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86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</a:rPr>
              <a:t>Tool Overload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1772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Countless AI tools exist, but it's unclear which ones actually help — or how to use them effectively.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13" name="Image 2" descr="/home/claude/work/icon_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C"/>
                </a:solidFill>
              </a:rPr>
              <a:t>No Feedback Loop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2104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Interview prep is static Q&amp;A banks with no personalized feedback, so practice doesn't build real confidence.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We're Building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Three personas, one shared need: structured, honest preparation.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5400000">
              <a:srgbClr val="1A2B4C">
                <a:alpha val="15000"/>
              </a:srgbClr>
            </a:outerShdw>
          </a:effectLst>
        </p:spPr>
      </p:sp>
      <p:pic>
        <p:nvPicPr>
          <p:cNvPr id="5" name="Image 0" descr="/home/claude/work/iconw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CS / AI-ML Students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F"/>
                </a:solidFill>
              </a:rPr>
              <a:t>Final-year or penultimate-year students preparing for internship applications.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5400000">
              <a:srgbClr val="1A2B4C">
                <a:alpha val="15000"/>
              </a:srgbClr>
            </a:outerShdw>
          </a:effectLst>
        </p:spPr>
      </p:sp>
      <p:pic>
        <p:nvPicPr>
          <p:cNvPr id="9" name="Image 1" descr="/home/claude/work/iconw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86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Career-Switchers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1772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F"/>
                </a:solidFill>
              </a:rPr>
              <a:t>Professionals moving into tech roles like Data Analyst or Frontend Developer.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5400000">
              <a:srgbClr val="1A2B4C">
                <a:alpha val="15000"/>
              </a:srgbClr>
            </a:outerShdw>
          </a:effectLst>
        </p:spPr>
      </p:sp>
      <p:pic>
        <p:nvPicPr>
          <p:cNvPr id="13" name="Image 2" descr="/home/claude/work/iconw_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86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Bootcamp Graduates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32104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EEF"/>
                </a:solidFill>
              </a:rPr>
              <a:t>Recently completed an intensive program, now entering the job market.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One guided journey — from role selection to interview-ready.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5" name="Image 0" descr="/home/claude/work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620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4C"/>
                </a:solidFill>
              </a:rPr>
              <a:t>1. Select a Role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Choose from 5 in-demand roles — AI/ML Engineer Intern, Data Analyst, Frontend, Full Stack, or Software Developer.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9" name="Image 1" descr="/home/claude/work/icon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240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0752" y="28620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4C"/>
                </a:solidFill>
              </a:rPr>
              <a:t>2. Get a Roadmap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730752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Gemini generates a personalized learning roadmap: core skills, sequence, and resources for that exact role.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13" name="Image 2" descr="/home/claude/work/icon_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2402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92824" y="28620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4C"/>
                </a:solidFill>
              </a:rPr>
              <a:t>3. Practice Live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92824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A conversational AI interview — one question at a time, with instant, specific feedback on every answer.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4C">
                <a:alpha val="12000"/>
              </a:srgbClr>
            </a:outerShdw>
          </a:effectLst>
        </p:spPr>
      </p:sp>
      <p:pic>
        <p:nvPicPr>
          <p:cNvPr id="17" name="Image 3" descr="/home/claude/work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2402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54896" y="28620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4C"/>
                </a:solidFill>
              </a:rPr>
              <a:t>4. Track Readiness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454896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A live dashboard shows your readiness score, session history, and learning milestone progress.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Everything needed for a complete, credible v1.0 experience.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pic>
        <p:nvPicPr>
          <p:cNvPr id="5" name="Image 0" descr="/home/claude/work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</a:rPr>
              <a:t>AI Learning Roadmap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6334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Role-specific skills, sequence, and curated resource recommendations, generated per user.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19202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pic>
        <p:nvPicPr>
          <p:cNvPr id="9" name="Image 1" descr="/home/claude/work/icon_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48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02352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</a:rPr>
              <a:t>Conversational Mock Interview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17720" y="26334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One question at a time, adaptive follow-ups, and structured feedback: strengths, gaps, and a stronger example answer.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138160" y="19202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pic>
        <p:nvPicPr>
          <p:cNvPr id="13" name="Image 2" descr="/home/claude/work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51392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</a:rPr>
              <a:t>Live Readiness Score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366760" y="26334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Updates after every answer, giving users a real sense of progress mid-session.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pic>
        <p:nvPicPr>
          <p:cNvPr id="17" name="Image 3" descr="/home/claude/work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69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3312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</a:rPr>
              <a:t>Progress Dashboard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68680" y="4553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Session history, overall readiness, and a Learning Progress tracker for completed roadmap milestones.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8912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pic>
        <p:nvPicPr>
          <p:cNvPr id="21" name="Image 4" descr="/home/claude/work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069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02352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</a:rPr>
              <a:t>Zero-Friction Persistence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617720" y="4553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All progress saved locally — no signup, no login, no barriers to trying it.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13816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pic>
        <p:nvPicPr>
          <p:cNvPr id="25" name="Image 5" descr="/home/claude/work/icon_z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0690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51392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C"/>
                </a:solidFill>
              </a:rPr>
              <a:t>Premium SaaS UI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366760" y="4553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A clean, modern, responsive design system built for a polished, professional first impression.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EDD"/>
                </a:solidFill>
              </a:rPr>
              <a:t>Simple, free-tier architecture — built to ship in 10 days.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24365E"/>
          </a:solidFill>
          <a:ln/>
        </p:spPr>
      </p:sp>
      <p:pic>
        <p:nvPicPr>
          <p:cNvPr id="5" name="Image 0" descr="/home/claude/work/iconw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86207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" y="333756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8"/>
                </a:solidFill>
              </a:rPr>
              <a:t>HTML, CSS, JavaScript — custom SaaS-style design system, fully responsive.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71800" y="205740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24365E"/>
          </a:solidFill>
          <a:ln/>
        </p:spPr>
      </p:sp>
      <p:pic>
        <p:nvPicPr>
          <p:cNvPr id="9" name="Image 1" descr="/home/claude/work/iconw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3317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36392" y="286207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Backend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136392" y="333756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8"/>
                </a:solidFill>
              </a:rPr>
              <a:t>Node.js + Express REST API, handling all AI prompt orchestration server-side.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03520" y="205740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24365E"/>
          </a:solidFill>
          <a:ln/>
        </p:spPr>
      </p:sp>
      <p:pic>
        <p:nvPicPr>
          <p:cNvPr id="13" name="Image 2" descr="/home/claude/work/iconw_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317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68112" y="286207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Layer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68112" y="333756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8"/>
                </a:solidFill>
              </a:rPr>
              <a:t>Google Gemini API (free tier) — structured JSON prompts for roadmaps, questions, evaluations, and summaries.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635240" y="205740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24365E"/>
          </a:solidFill>
          <a:ln/>
        </p:spPr>
      </p:sp>
      <p:pic>
        <p:nvPicPr>
          <p:cNvPr id="17" name="Image 3" descr="/home/claude/work/iconw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33172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99832" y="286207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Storage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799832" y="333756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8"/>
                </a:solidFill>
              </a:rPr>
              <a:t>Browser localStorage — zero-login persistence for roadmap progress, sessions, and scores.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966960" y="2057400"/>
            <a:ext cx="2148840" cy="3566160"/>
          </a:xfrm>
          <a:prstGeom prst="roundRect">
            <a:avLst>
              <a:gd name="adj" fmla="val 4255"/>
            </a:avLst>
          </a:prstGeom>
          <a:solidFill>
            <a:srgbClr val="24365E"/>
          </a:solidFill>
          <a:ln/>
        </p:spPr>
      </p:sp>
      <p:pic>
        <p:nvPicPr>
          <p:cNvPr id="21" name="Image 4" descr="/home/claude/work/iconw_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33172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131552" y="2862072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Hosting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0131552" y="333756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2E8"/>
                </a:solidFill>
              </a:rPr>
              <a:t>Netlify (frontend) + Render (backend) — both free tier, connected via REST + CORS.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Deliberately excluded from v1.0 to protect the 10-day timeline — natural next steps for v2.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1762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User authentication with cloud-synced progress across devices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1762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Resume upload and AI-powered resume feedback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59359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Voice-based mock interviews with speech analysis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42900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794760"/>
            <a:ext cx="457200" cy="457200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359359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Expanded role library and free-text custom role input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01091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Job board integration and application tracking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484632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4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5212080"/>
            <a:ext cx="457200" cy="457200"/>
          </a:xfrm>
          <a:prstGeom prst="ellipse">
            <a:avLst/>
          </a:prstGeom>
          <a:solidFill>
            <a:srgbClr val="F7F9FC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501091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827"/>
                </a:solidFill>
              </a:rPr>
              <a:t>Anonymized peer benchmarking for readiness scores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CareerCopilot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2F6FED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2F6FE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Vision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D6DEEF"/>
                </a:solidFill>
              </a:rPr>
              <a:t>We believe career preparation shouldn't feel scattered or uncertain. CareerCopilot AI's vision is to become the single, trusted companion students turn to — one that tells them exactly what to learn, lets them practice with honest AI feedback, and shows them, with evidence, that they're ready.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02920" cy="54864"/>
          </a:xfrm>
          <a:prstGeom prst="rect">
            <a:avLst/>
          </a:prstGeom>
          <a:solidFill>
            <a:srgbClr val="2F6FED"/>
          </a:solidFill>
          <a:ln/>
        </p:spPr>
      </p:sp>
      <p:pic>
        <p:nvPicPr>
          <p:cNvPr id="7" name="Image 0" descr="/home/claude/work/iconw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23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Roles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DD"/>
                </a:solidFill>
              </a:rPr>
              <a:t>AI/ML, Data, Frontend, Full Stack, SWE</a:t>
            </a:r>
            <a:endParaRPr lang="en-US" sz="1200" dirty="0"/>
          </a:p>
        </p:txBody>
      </p:sp>
      <p:pic>
        <p:nvPicPr>
          <p:cNvPr id="10" name="Image 1" descr="/home/claude/work/iconw_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023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Journey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38912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DD"/>
                </a:solidFill>
              </a:rPr>
              <a:t>Roadmap → Interview → Dashboard</a:t>
            </a:r>
            <a:endParaRPr lang="en-US" sz="1200" dirty="0"/>
          </a:p>
        </p:txBody>
      </p:sp>
      <p:pic>
        <p:nvPicPr>
          <p:cNvPr id="13" name="Image 2" descr="/home/claude/work/iconw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23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 Days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95528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DD"/>
                </a:solidFill>
              </a:rPr>
              <a:t>Idea to deployed v1.0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7"/>
                </a:solidFill>
              </a:rPr>
              <a:t>"Your AI-powered career companion for learning, interview preparation, and professional growth."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2026-08-05T09:31:53Z</dcterms:created>
  <dcterms:modified xsi:type="dcterms:W3CDTF">2026-08-05T09:31:53Z</dcterms:modified>
</cp:coreProperties>
</file>